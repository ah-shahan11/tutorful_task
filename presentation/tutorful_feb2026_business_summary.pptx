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5"/>
  </p:normalViewPr>
  <p:slideViewPr>
    <p:cSldViewPr snapToGrid="0" snapToObjects="1">
      <p:cViewPr varScale="1">
        <p:scale>
          <a:sx n="107" d="100"/>
          <a:sy n="107" d="100"/>
        </p:scale>
        <p:origin x="640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32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Student Churn and Reactivation: February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6868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85563"/>
                </a:solidFill>
              </a:defRPr>
            </a:pPr>
            <a:r>
              <a:t>Built in dbt using a raw &gt; staging &gt; curated pipeline on BigQuery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C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35040" y="1325880"/>
            <a:ext cx="5715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C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536"/>
                </a:solidFill>
              </a:defRPr>
            </a:pPr>
            <a:r>
              <a:t>What was 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20240"/>
            <a:ext cx="4663440" cy="2182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  <a:defRPr sz="1250">
                <a:solidFill>
                  <a:srgbClr val="485563"/>
                </a:solidFill>
              </a:defRPr>
            </a:pPr>
            <a:r>
              <a:rPr dirty="0"/>
              <a:t>Ingested CSV files into </a:t>
            </a:r>
            <a:r>
              <a:rPr dirty="0" err="1"/>
              <a:t>BigQuery</a:t>
            </a:r>
            <a:r>
              <a:rPr dirty="0"/>
              <a:t> with </a:t>
            </a:r>
            <a:r>
              <a:rPr dirty="0" err="1"/>
              <a:t>dbt</a:t>
            </a:r>
            <a:r>
              <a:rPr dirty="0"/>
              <a:t> seed in </a:t>
            </a:r>
            <a:r>
              <a:rPr dirty="0" err="1"/>
              <a:t>tutorful_raw</a:t>
            </a:r>
            <a:r>
              <a:rPr dirty="0"/>
              <a:t>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  <a:defRPr sz="1250">
                <a:solidFill>
                  <a:srgbClr val="485563"/>
                </a:solidFill>
              </a:defRPr>
            </a:pPr>
            <a:r>
              <a:rPr dirty="0" err="1"/>
              <a:t>Standardised</a:t>
            </a:r>
            <a:r>
              <a:rPr dirty="0"/>
              <a:t> raw data in </a:t>
            </a:r>
            <a:r>
              <a:rPr dirty="0" err="1"/>
              <a:t>tutorful_staging</a:t>
            </a:r>
            <a:r>
              <a:rPr dirty="0"/>
              <a:t>, including type casting and timestamp parsing.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  <a:defRPr sz="1250">
                <a:solidFill>
                  <a:srgbClr val="485563"/>
                </a:solidFill>
              </a:defRPr>
            </a:pPr>
            <a:r>
              <a:rPr dirty="0"/>
              <a:t>Created curated models to derive completed-lesson activity, student lesson gaps, and lifecycle events.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  <a:defRPr sz="1250">
                <a:solidFill>
                  <a:srgbClr val="485563"/>
                </a:solidFill>
              </a:defRPr>
            </a:pPr>
            <a:r>
              <a:rPr dirty="0"/>
              <a:t>Defined churn as 30 days without a completed lesson and reactivation as a new completed lesson after a 30-day gap.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  <a:defRPr sz="1250">
                <a:solidFill>
                  <a:srgbClr val="485563"/>
                </a:solidFill>
              </a:defRPr>
            </a:pPr>
            <a:r>
              <a:rPr dirty="0"/>
              <a:t>Counted churn and reactivation as repeatable lifecycle events, so the same student can appear multiple times over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7276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536"/>
                </a:solidFill>
              </a:defRPr>
            </a:pPr>
            <a:r>
              <a:t>February 2026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965960"/>
            <a:ext cx="2240280" cy="123444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9672" y="2130552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Churn events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3,729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965960"/>
            <a:ext cx="2240280" cy="1234440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71432" y="2130552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Reactivation events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2,942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429000"/>
            <a:ext cx="4983480" cy="1325880"/>
          </a:xfrm>
          <a:prstGeom prst="roundRect">
            <a:avLst/>
          </a:prstGeom>
          <a:solidFill>
            <a:srgbClr val="EC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3611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2536"/>
                </a:solidFill>
              </a:defRPr>
            </a:pPr>
            <a:r>
              <a:t>Daily pattern</a:t>
            </a:r>
          </a:p>
          <a:p>
            <a:pPr>
              <a:defRPr sz="1200">
                <a:solidFill>
                  <a:srgbClr val="485563"/>
                </a:solidFill>
              </a:defRPr>
            </a:pPr>
            <a:r>
              <a:t>Churn averaged 133 events per day and peaked at 151 on 5 February. Reactivation averaged 105 per day and peaked at 122 on 12 February.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989320"/>
            <a:ext cx="11338560" cy="502920"/>
          </a:xfrm>
          <a:prstGeom prst="roundRect">
            <a:avLst/>
          </a:prstGeom>
          <a:solidFill>
            <a:srgbClr val="132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1081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Why it matters: the pipeline turns raw lesson data into a repeatable student lifecycle view that the business can use to monitor retention risk and recovery day by day.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82880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</a:defRPr>
            </a:pPr>
            <a:r>
              <a:t>Prepared in dbt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180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Shahan Ahmed</cp:lastModifiedBy>
  <cp:revision>2</cp:revision>
  <dcterms:created xsi:type="dcterms:W3CDTF">2013-01-27T09:14:16Z</dcterms:created>
  <dcterms:modified xsi:type="dcterms:W3CDTF">2026-04-19T12:41:45Z</dcterms:modified>
  <cp:category/>
</cp:coreProperties>
</file>